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bf7d3eb4d74d23" /><Relationship Type="http://schemas.openxmlformats.org/officeDocument/2006/relationships/extended-properties" Target="/docProps/app.xml" Id="R89bfe1d455f64b25" /><Relationship Type="http://schemas.openxmlformats.org/officeDocument/2006/relationships/officeDocument" Target="/ppt/presentation.xml" Id="Racb4bbcfca4740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b001d2052743e7"/>
  </p:sldMasterIdLst>
  <p:notesMasterIdLst>
    <p:notesMasterId xmlns:r="http://schemas.openxmlformats.org/officeDocument/2006/relationships" r:id="R3c559484e0f14b80"/>
  </p:notesMasterIdLst>
  <p:sldIdLst>
    <p:sldId xmlns:r="http://schemas.openxmlformats.org/officeDocument/2006/relationships" id="256" r:id="R165b434ce9224820"/>
    <p:sldId xmlns:r="http://schemas.openxmlformats.org/officeDocument/2006/relationships" id="257" r:id="Rf1621b622c714b21"/>
    <p:sldId xmlns:r="http://schemas.openxmlformats.org/officeDocument/2006/relationships" id="258" r:id="R5fb9bf78e4274bd8"/>
    <p:sldId xmlns:r="http://schemas.openxmlformats.org/officeDocument/2006/relationships" id="259" r:id="R86b4b3b320b74f0a"/>
    <p:sldId xmlns:r="http://schemas.openxmlformats.org/officeDocument/2006/relationships" id="260" r:id="R3f85a42ef17f4efe"/>
    <p:sldId xmlns:r="http://schemas.openxmlformats.org/officeDocument/2006/relationships" id="261" r:id="Rafa78e2e3c814a8d"/>
    <p:sldId xmlns:r="http://schemas.openxmlformats.org/officeDocument/2006/relationships" id="262" r:id="Rc4e9966cb96048f9"/>
    <p:sldId xmlns:r="http://schemas.openxmlformats.org/officeDocument/2006/relationships" id="263" r:id="R2d1766221816454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b001d2052743e7" /><Relationship Type="http://schemas.openxmlformats.org/officeDocument/2006/relationships/theme" Target="/ppt/theme/theme1.xml" Id="Rb71f044ef1df42aa" /><Relationship Type="http://schemas.openxmlformats.org/officeDocument/2006/relationships/notesMaster" Target="/ppt/notesMasters/notesMaster1.xml" Id="R3c559484e0f14b80" /><Relationship Type="http://schemas.openxmlformats.org/officeDocument/2006/relationships/presProps" Target="/ppt/presProps.xml" Id="R88aede28fbe04f62" /><Relationship Type="http://schemas.openxmlformats.org/officeDocument/2006/relationships/viewProps" Target="/ppt/viewProps.xml" Id="R046bb13bcfef4ffd" /><Relationship Type="http://schemas.openxmlformats.org/officeDocument/2006/relationships/tableStyles" Target="/ppt/tableStyles.xml" Id="R21e6645653bc41d9" /><Relationship Type="http://schemas.openxmlformats.org/officeDocument/2006/relationships/slide" Target="/ppt/slides/slide1.xml" Id="R165b434ce9224820" /><Relationship Type="http://schemas.openxmlformats.org/officeDocument/2006/relationships/slide" Target="/ppt/slides/slide2.xml" Id="Rf1621b622c714b21" /><Relationship Type="http://schemas.openxmlformats.org/officeDocument/2006/relationships/slide" Target="/ppt/slides/slide3.xml" Id="R5fb9bf78e4274bd8" /><Relationship Type="http://schemas.openxmlformats.org/officeDocument/2006/relationships/slide" Target="/ppt/slides/slide4.xml" Id="R86b4b3b320b74f0a" /><Relationship Type="http://schemas.openxmlformats.org/officeDocument/2006/relationships/slide" Target="/ppt/slides/slide5.xml" Id="R3f85a42ef17f4efe" /><Relationship Type="http://schemas.openxmlformats.org/officeDocument/2006/relationships/slide" Target="/ppt/slides/slide6.xml" Id="Rafa78e2e3c814a8d" /><Relationship Type="http://schemas.openxmlformats.org/officeDocument/2006/relationships/slide" Target="/ppt/slides/slide7.xml" Id="Rc4e9966cb96048f9" /><Relationship Type="http://schemas.openxmlformats.org/officeDocument/2006/relationships/slide" Target="/ppt/slides/slide8.xml" Id="R2d176622181645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0c72ad955e94f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c5e1a2aa524b1d" /><Relationship Type="http://schemas.openxmlformats.org/officeDocument/2006/relationships/notesMaster" Target="/ppt/notesMasters/notesMaster1.xml" Id="R3b1ea08ea98a46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9405579b0e4883" /><Relationship Type="http://schemas.openxmlformats.org/officeDocument/2006/relationships/notesMaster" Target="/ppt/notesMasters/notesMaster1.xml" Id="Rbdd530813d1244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e1f079e15c484a" /><Relationship Type="http://schemas.openxmlformats.org/officeDocument/2006/relationships/notesMaster" Target="/ppt/notesMasters/notesMaster1.xml" Id="Rbe7c22aa43574b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deae18bdfe4134" /><Relationship Type="http://schemas.openxmlformats.org/officeDocument/2006/relationships/notesMaster" Target="/ppt/notesMasters/notesMaster1.xml" Id="R44c8de0813f347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33c29208734fd0" /><Relationship Type="http://schemas.openxmlformats.org/officeDocument/2006/relationships/notesMaster" Target="/ppt/notesMasters/notesMaster1.xml" Id="R50327a9d5b1b47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33a68c9fd04fa1" /><Relationship Type="http://schemas.openxmlformats.org/officeDocument/2006/relationships/notesMaster" Target="/ppt/notesMasters/notesMaster1.xml" Id="R05e9e46876fa45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2202e3cbf2405d" /><Relationship Type="http://schemas.openxmlformats.org/officeDocument/2006/relationships/notesMaster" Target="/ppt/notesMasters/notesMaster1.xml" Id="Ref333e63085040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78dd7c5faf4a09" /><Relationship Type="http://schemas.openxmlformats.org/officeDocument/2006/relationships/notesMaster" Target="/ppt/notesMasters/notesMaster1.xml" Id="Ra01f9f1a72c24c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первом слайде нужно обозначить предмет работы: это учебный проект про Handlebars CLI. Основной фокус - анализ того, как Codex помогает сгенерировать код, тесты, примеры и документацию.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объясняется техническое задание. Инструмент принимает шаблон, JSON-контекст и опциональный путь результата. Важная часть задания - не только успешный сценарий, но и понятные ошибки для типовых отказов.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слайде показывается, что реализация не монолитная: CLI только запускает функцию, а основная логика вынесена в renderer.js. Это упростило тестирование и позволило проверять рендеринг без запуска отдельного процесса.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стоит подчеркнуть, что тесты не декоративные: они закрывают все обязательные сценарии из задания. Также важно показать реальную итерацию исправления: ошибка Vitest была обнаружена запуском тестов и исправлена изменением формата тестового файла.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Методика строилась как воспроизводимая Codex-сессия. Сначала задавались требования, затем генерировались артефакты проекта, после чего результат проверялся установкой зависимостей, тестами и ручным запуском примера.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 слайде перечисляются конкретные артефакты проекта. Это важно для учебной защиты: результат можно открыть, запустить и проверить, а не только прочитать описание.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Этот слайд показывает, что анализ не ограничивается итоговым кодом. Важен сам процесс: Codex сгенерировал основу проекта, тестовый прогон обнаружил проблему, после чего была сделана точечная правка тестовой инфраструктуры.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Финальный слайд закрывает работу: техническая часть выполнена и проверена, но выводы относятся к конкретному учебному проекту. Корректный вывод - Codex помог собрать рабочий CLI, тесты и документацию при условии четкого задания и обязательной проверки результата.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f00ef72244447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58d6aeeb0a04c2d" /><Relationship Type="http://schemas.openxmlformats.org/officeDocument/2006/relationships/slideLayout" Target="/ppt/slideLayouts/slideLayout2.xml" Id="R8ac220924e4b4e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c220924e4b4e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10ce57d4a44807" /><Relationship Type="http://schemas.openxmlformats.org/officeDocument/2006/relationships/notesSlide" Target="/ppt/notesSlides/notesSlide1.xml" Id="R665730d80b1c4f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4bb0f48a444637" /><Relationship Type="http://schemas.openxmlformats.org/officeDocument/2006/relationships/notesSlide" Target="/ppt/notesSlides/notesSlide2.xml" Id="R99ef06d9b84d41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a009ec1d414d9e" /><Relationship Type="http://schemas.openxmlformats.org/officeDocument/2006/relationships/notesSlide" Target="/ppt/notesSlides/notesSlide3.xml" Id="Rbb912839be3a4a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f7d65bac274805" /><Relationship Type="http://schemas.openxmlformats.org/officeDocument/2006/relationships/notesSlide" Target="/ppt/notesSlides/notesSlide4.xml" Id="Rbb4c967572f247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edf17f32784f32" /><Relationship Type="http://schemas.openxmlformats.org/officeDocument/2006/relationships/notesSlide" Target="/ppt/notesSlides/notesSlide5.xml" Id="R19b8cfcf7e7c4e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53e56efde4ab1" /><Relationship Type="http://schemas.openxmlformats.org/officeDocument/2006/relationships/notesSlide" Target="/ppt/notesSlides/notesSlide6.xml" Id="R697f1bc351014f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73adacf6134982" /><Relationship Type="http://schemas.openxmlformats.org/officeDocument/2006/relationships/notesSlide" Target="/ppt/notesSlides/notesSlide7.xml" Id="R2630183e312449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4b00a0772d425d" /><Relationship Type="http://schemas.openxmlformats.org/officeDocument/2006/relationships/notesSlide" Target="/ppt/notesSlides/notesSlide8.xml" Id="Ree02789fd6334a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E3B1AC-FBED-4587-8599-CDF9B861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CF6901-8751-4FDC-8C78-76A6EC1A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Учебный проект магистратуры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38018D-E188-4F83-858F-1006FDB5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00DFD8-FDDE-4581-9FD1-204AD4C9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Генерация данных через Handlebars: Codex-подход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265BE-9490-414F-A5AA-B56E36F7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Практическая реализация CLI и анализ процесса генерации проекта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ED54E-506E-4079-BAA0-DEC9BAA9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762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B9CB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326ECD-45F0-4749-8DCF-F09140E9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0325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.hbs</a:t>
            </a:r>
          </a:p>
          <a:p xmlns:a="http://schemas.openxmlformats.org/drawingml/2006/main">
            <a:pPr algn="ctr">
              <a:defRPr sz="24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+</a:t>
            </a:r>
          </a:p>
          <a:p xmlns:a="http://schemas.openxmlformats.org/drawingml/2006/main">
            <a:pPr algn="ctr">
              <a:defRPr sz="24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.json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A10E1-D37C-4488-98A6-25637EB0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76550"/>
            <a:ext cx="1428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F8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5485D-75CA-45CE-B3D5-DCCE4614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2762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4"/>
          </a:solidFill>
          <a:ln xmlns:a="http://schemas.openxmlformats.org/drawingml/2006/main" w="9525">
            <a:solidFill>
              <a:srgbClr val="BEE3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4B0145-1540-4E38-9F98-BC696CB9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14625"/>
            <a:ext cx="223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HTML</a:t>
            </a:r>
          </a:p>
          <a:p xmlns:a="http://schemas.openxmlformats.org/drawingml/2006/main">
            <a:pPr algn="ctr">
              <a:defRPr sz="232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или текст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A7D0C-7185-4364-B7C7-9B75F649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38375"/>
            <a:ext cx="2476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реализован рабочий Node.js CLI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добавлены Vitest-тесты и примеры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исследуется генерация проекта с помощью Codex</a:t>
            </a:r>
          </a:p>
        </p:txBody>
      </p:sp>
    </p:spTree>
    <p:extLst>
      <p:ext uri="{BB962C8B-B14F-4D97-AF65-F5344CB8AC3E}">
        <p14:creationId xmlns:p14="http://schemas.microsoft.com/office/powerpoint/2010/main" val="161645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CD39C9-0184-402A-8555-43C2FAA9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9AEE6-8923-4169-9D72-846E1035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99D74-4BE3-48D1-8E21-E2E0629D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14429-AFCE-4B25-86A7-49D5491D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Постановка задачи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936E8-B414-440E-A647-61BD4FFD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CLI должен превращать шаблон и данные в готовый результат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BE1A8-8208-4854-B64F-5804B0DD9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3A9CE-7152-4804-BCFA-CD340A89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CE71D-2B55-4523-AB67-24E54A65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19325"/>
            <a:ext cx="281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Входные данные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62610-C4BE-4878-B067-4AF6263B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2724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`--template &lt;path&gt;`: файл `.hbs`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`--context &lt;path&gt;`: файл `.json`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`--out &lt;path&gt;`: необязательный файл результата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04E46-88F9-4670-8C12-E8EDC1C0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C8CD61-AFE8-4615-84A4-553CB6CA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603423-ED6C-4C76-90E5-EE94EA2B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19325"/>
            <a:ext cx="281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Поведение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653F0-B7D2-441F-B0C6-131000BF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71750"/>
            <a:ext cx="27241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без `--out` результат идет в stdout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с `--out` создается файл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ошибки выводятся в stderr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A9EC58-63BD-46E1-A97E-0C8EFF69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47875"/>
            <a:ext cx="3238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02E4B-A9CF-40A2-ABD2-4E8F403A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47875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4FC2E-99C7-49B5-A099-9652C1ED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19325"/>
            <a:ext cx="281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Проверки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64613E-0CBD-447D-942E-978AB95C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71750"/>
            <a:ext cx="2724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нет обязательных аргументов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нет файла шаблона или JSON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JSON невалидный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ошибка компиляции/рендеринга</a:t>
            </a:r>
          </a:p>
        </p:txBody>
      </p:sp>
    </p:spTree>
    <p:extLst>
      <p:ext uri="{BB962C8B-B14F-4D97-AF65-F5344CB8AC3E}">
        <p14:creationId xmlns:p14="http://schemas.microsoft.com/office/powerpoint/2010/main" val="3670908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683273-4C3A-4B71-9F10-38D76E31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8C5810-B4F8-433A-A0E3-1BEFFDC7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34B78-B0B2-4CF2-96D6-9998F711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7D5C0-BED7-44E5-8EB1-16E2F7E1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Архитектура реализации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A16FD8-6332-43D5-8CCB-D6330037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Код разделен на тонкую CLI-обертку и тестируемую логику рендеринга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8FEF4-C3E6-416B-BFE9-1E9BCE29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000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DE7A13-A8F5-4197-8340-6B6D6797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bin/hbs-runner.js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1D9F1-465E-46F4-8BC1-459822DA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точка входа CLI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A1D61-E26C-4CAA-8C16-B6AF477C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381250"/>
            <a:ext cx="2000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D5B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9B960B-9CDC-4EF6-A201-DED67289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5527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5BD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D5BD0"/>
                </a:solidFill>
                <a:latin typeface="Aptos"/>
                <a:ea typeface="Aptos"/>
                <a:cs typeface="Aptos"/>
              </a:rPr>
              <a:t>parseArgs()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3ADEA-00A5-4F0D-B150-0E4FBF18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895600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проверка аргументов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57A02-9DE7-4A4C-B4B3-2B1DCD97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81250"/>
            <a:ext cx="2000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F8B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B0C72-07EA-4F00-BDD6-04DEED43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527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renderTemplate()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53D6D0-A120-48E6-B5E6-B150CE43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95600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чтение и Handlebars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CCF2F-73A0-47A0-93AC-E1AAE685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2000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4FEDE-3274-4583-8B05-CFDC8019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52700"/>
            <a:ext cx="1657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stdout / --out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9928A3-F018-45C7-BFD0-C7202143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895600"/>
            <a:ext cx="1657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вывод результата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539FB6-A3E6-457A-86F7-6F25E1DA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743200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E05B9-23BC-475B-B07A-45A90823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B03813-46CE-49F3-9A5D-A9D065F8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743200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A94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674A51-69F8-4294-B3DB-6A8E1433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333875"/>
            <a:ext cx="914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3"/>
          </a:solidFill>
          <a:ln xmlns:a="http://schemas.openxmlformats.org/drawingml/2006/main" w="9525">
            <a:solidFill>
              <a:srgbClr val="BEE3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B916C7-CA47-4201-91A0-7E59D038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43425"/>
            <a:ext cx="8620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Handlebars.compile(templateSource, { strict: true }) помогает обнаруживать отсутствующие поля как ошибку рендеринга.</a:t>
            </a:r>
          </a:p>
        </p:txBody>
      </p:sp>
    </p:spTree>
    <p:extLst>
      <p:ext uri="{BB962C8B-B14F-4D97-AF65-F5344CB8AC3E}">
        <p14:creationId xmlns:p14="http://schemas.microsoft.com/office/powerpoint/2010/main" val="1329283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FBD015-6932-471D-9403-E03B595F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67408-1CC3-4EFF-A4E5-4969CCB4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5BDDA-E3A2-4B99-91EF-7035F073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412737-85DC-499A-BF6C-FD0AF9A4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Критерии правильности и тесты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BBB65-8A58-4A24-BED6-3AF6A2B7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Пять автоматических сценариев проверяют основные требования задания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47E1B-6F89-418B-A1E8-BBF465D7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4667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08399A-F275-4B30-97A4-AB3C78AE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D2B586-02A5-4E91-91AC-43393230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424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Vitest-сценарии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DE8548-807E-4577-AC66-0211F23E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76500"/>
            <a:ext cx="4000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успешный рендеринг простого шаблона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поддержка вложенных полей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поддержка `each`-блока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ошибка при невалидном JSON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запись результата в файл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BF3DB9-DD91-4170-88A0-03C38D98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52625"/>
            <a:ext cx="4667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DA910-9CC0-4D16-9315-24F7BD2E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52625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6476C-FED4-49EA-B039-04D59DD9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24075"/>
            <a:ext cx="424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Результат проверки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722B5A-D1FF-4312-B589-8F3AB806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354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5 tests passed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E886B2-FD2D-4C15-8820-F211DE5C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76625"/>
            <a:ext cx="3543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Первый прогон выявил проблему формата теста: Vitest API был переведен с require() на ESM import.</a:t>
            </a:r>
          </a:p>
        </p:txBody>
      </p:sp>
    </p:spTree>
    <p:extLst>
      <p:ext uri="{BB962C8B-B14F-4D97-AF65-F5344CB8AC3E}">
        <p14:creationId xmlns:p14="http://schemas.microsoft.com/office/powerpoint/2010/main" val="20125986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15D1BD-6BC0-40B9-97F7-2839C869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99BA0-8622-4B9C-AC43-5A0B3E43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6C22C-258B-47BE-9A49-9A8136EB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5CAAD-B358-4CD1-AF51-0C8742E5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Методика эксперимента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CC59C-20E9-4BBA-934A-2F9403AD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Фактическая часть исследования выполнена как Codex-сессия разработки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23D1A-6070-40D9-90AF-D79F6C6E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0505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F7E2F9-B938-4E8B-A797-D2063ED5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5745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6FC2D-B407-46CE-9B8D-53C24790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52800"/>
            <a:ext cx="1638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Требования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CC9B0-5827-4A5F-A70F-081F0DFF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373380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CLI, ошибки, тесты, документация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EA48D-3664-4DFC-910A-CC988422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0505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3423CD-415A-4DE8-9411-5E615D23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5745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65BCDD-C37B-4324-BF45-494687DF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52800"/>
            <a:ext cx="1638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Генерация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88AB7-DD55-458E-A2FA-B52C24E7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3380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структура Node.js-проекта и код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1F038E-0BDD-4A12-9259-535EB7C9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0505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8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4C371-FCB2-4A62-8A8C-70D9A532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5745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024222-0827-40DB-9EE2-8392BAD7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352800"/>
            <a:ext cx="1638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DC2390-39C5-42B7-870E-80DF03E1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73380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`npm install`, `npm test`, пример запуска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98723-096A-4014-B08E-515481D6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0505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C1595-4D98-402B-90AB-4D0FEF00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57450"/>
            <a:ext cx="800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CC0510-D128-4145-B77D-353CBB9F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52800"/>
            <a:ext cx="1638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Фиксация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938187-B6E0-423F-B4E6-652DC49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3380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README, REPORT, experiment-log, презентация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D7F367-82F2-4626-B4A5-21B55BD6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4D39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AB4E1D-00CF-4434-8DF3-A6C608A2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8A5A0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A00"/>
                </a:solidFill>
                <a:latin typeface="Aptos"/>
                <a:ea typeface="Aptos"/>
                <a:cs typeface="Aptos"/>
              </a:rPr>
              <a:t>Фокус эксперимента: одна Codex-сессия, генерация, проверка и исправление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19695952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8B2938-6F46-49FB-A3DB-EFA34458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2D402-1923-40AD-931E-39F45ADB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82482-5A9C-4C73-AEBC-50D2623D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1A3F8-5E70-4095-8859-8D1583B6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Результаты 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89B53-6BF5-4012-9C66-A7285A30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На выходе получился проверяемый учебный проект, а не только фрагмент кода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20ABE-585F-49CF-AB81-32E016F1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F96A39-DDF0-4D97-B59E-A9E64A23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C5D4D-F9D3-4DAF-BED1-64FA644F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3806B-132E-4C96-8A43-E8E75B3E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7175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`src/renderer.js`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`bin/hbs-runner.js`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CommonJS без TypeScript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CD856-8A61-4EEB-B611-9E80EDCA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93DBB-4479-498E-933C-8E6925B1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A086A-1E94-4C4E-934A-58AB1521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7170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Данные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313587-FBC6-4F36-AC89-9C8418C8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7175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`templates/example.hbs`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`data/context.json`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`data/broken-context.json`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BA4FEC-F82B-4972-B4D9-CD5CD128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002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5376F-3EEC-46DA-86B5-49EF480D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6B6CA1-877F-4B34-AFC0-01A114DF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71700"/>
            <a:ext cx="2724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D5BD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D5BD0"/>
                </a:solidFill>
                <a:latin typeface="Aptos"/>
                <a:ea typeface="Aptos"/>
                <a:cs typeface="Aptos"/>
              </a:rPr>
              <a:t>Документы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98DF83-9975-4256-97F7-67D5CE1C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571750"/>
            <a:ext cx="2571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`README.md`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`REPORT.md`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`experiment-log.md`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B670EF-06EC-497E-BBB0-18C41EAC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90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Эмпирический результат: установка зависимостей выполнена, пример запускается, `npm test` проходит.</a:t>
            </a:r>
          </a:p>
        </p:txBody>
      </p:sp>
    </p:spTree>
    <p:extLst>
      <p:ext uri="{BB962C8B-B14F-4D97-AF65-F5344CB8AC3E}">
        <p14:creationId xmlns:p14="http://schemas.microsoft.com/office/powerpoint/2010/main" val="18544918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6C2CD1-288D-4B0D-90C3-2287FAC1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6BDE1-89E8-4DE1-BAA5-6B447CE6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E3793-E412-4452-BDDC-A91D5708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29FF59-D19D-4A4B-BB28-73A1CB0C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Анализ процесса генерации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3D57A-CE5E-4954-BE39-E8409CE2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Что показала работа с Codex на этом учебном проекте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091CC-D524-4A10-A413-04F1DFB5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349CFC-CC24-449C-9274-FD054CBB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2686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Аспект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2F1B85-14A8-41B3-9E8E-26FE394C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952625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DB7478-2902-4F33-AF1E-28DBE9AE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76450"/>
            <a:ext cx="6972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Наблюдение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6B253-AB2E-4BCC-8A2E-8628ED76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66975"/>
            <a:ext cx="2952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0219F-289D-45C3-83D5-1C8AFA00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Требования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DB550-BF70-47F0-A92E-175C4455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66975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F55CF-8242-4D12-A774-D9124B3F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90800"/>
            <a:ext cx="697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Подробное задание сразу задало структуру CLI, ошибки и тесты.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0D546F-8D0A-4A0B-8950-D46155DE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71825"/>
            <a:ext cx="2952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03281-F875-4D98-8BA1-C050970E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27873-8523-421F-A523-06E00898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71825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B21B9E-2476-46E0-B0C0-253398C5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95650"/>
            <a:ext cx="697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Codex разделил проект на CLI-обертку и тестируемую функцию рендеринга.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CF9CA-8C55-42FD-AA8B-92C78581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76675"/>
            <a:ext cx="2952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232DB-2384-466A-9BE7-63038278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Тесты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D02314-8CBF-455D-BCE2-51CE8F6B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76675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906767-6014-4FE2-8AA0-51A2A291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00500"/>
            <a:ext cx="697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Первый прогон выявил несовместимость require() с API Vitest.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58296E-2E3F-458A-85B1-54D9B6E1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1525"/>
            <a:ext cx="2952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4DA203-5AF5-48A3-8EAE-5CD475E9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Исправление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7DC063-60B2-44E5-BC3C-FBC93DD1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81525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2ECC78-DD8E-4243-900B-8E185C54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705350"/>
            <a:ext cx="697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Тест был переведен в ESM-формат, основной CLI остался простым.</a:t>
            </a:r>
          </a:p>
        </p:txBody>
      </p:sp>
    </p:spTree>
    <p:extLst>
      <p:ext uri="{BB962C8B-B14F-4D97-AF65-F5344CB8AC3E}">
        <p14:creationId xmlns:p14="http://schemas.microsoft.com/office/powerpoint/2010/main" val="19802728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709099-E80B-4BEB-B653-355C2390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F3095-9076-4579-9D65-49E1DC5C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533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06F"/>
                </a:solidFill>
                <a:latin typeface="Aptos"/>
                <a:ea typeface="Aptos"/>
                <a:cs typeface="Aptos"/>
              </a:rPr>
              <a:t>Веб-Технологии / Handlebars CLI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CB538-B2FC-41E1-A1D1-51B2E98A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191250"/>
            <a:ext cx="857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Слайд 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71621-4F4E-4F64-B494-7232B6C4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Ограничения и вывод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1D9388-B5B9-4393-B19A-6A270436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06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3606F"/>
                </a:solidFill>
                <a:latin typeface="Aptos"/>
                <a:ea typeface="Aptos"/>
                <a:cs typeface="Aptos"/>
              </a:rPr>
              <a:t>Проект завершен, выводы относятся к одной Codex-сессии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DE1F47-88CA-435F-94D5-198C6712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572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7E357-C397-4F5F-8BD2-2419D9E2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FD9026-317B-4D91-9AA7-2F9504F9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66950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Ограничения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EE67C1-0698-4142-BE7D-A34833EC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47950"/>
            <a:ext cx="4000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исследование основано на одной Codex-сессии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масштаб проекта учебный и ограниченный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нет внешнего набора бенчмарков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DA626-3091-4186-AA93-9153BA5A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4572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C445CE-057B-4D84-A344-642118BA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C0EAA-DDDC-44BD-B99F-7853479D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66950"/>
            <a:ext cx="4152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8B6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8B6F"/>
                </a:solidFill>
                <a:latin typeface="Aptos"/>
                <a:ea typeface="Aptos"/>
                <a:cs typeface="Aptos"/>
              </a:rPr>
              <a:t>Вывод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E140A-1F7A-4D9D-BB77-BF2C9F1E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4000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Codex помог собрать полный учебный проект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код проверен автоматическими тестами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• качество результата зависит от четкости требований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4D3942-FCAD-42BD-85CA-762BDAE1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Следующий шаг: усложнить CLI и повторить проверку на более широком наборе сценариев.</a:t>
            </a:r>
          </a:p>
        </p:txBody>
      </p:sp>
    </p:spTree>
    <p:extLst>
      <p:ext uri="{BB962C8B-B14F-4D97-AF65-F5344CB8AC3E}">
        <p14:creationId xmlns:p14="http://schemas.microsoft.com/office/powerpoint/2010/main" val="19622443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2026-05-25T13:21:49.0340000Z</dcterms:created>
  <dcterms:modified xsi:type="dcterms:W3CDTF">2026-05-25T13:21:49.0340000Z</dcterms:modified>
</coreProperties>
</file>