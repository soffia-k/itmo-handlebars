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C7E"/>
                </a:solidFill>
              </a:rPr>
              <a:t>Handlebars CLI + Web Sandbox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Тема и результат проекта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Создан учебный инструмент рендеринга Handlebars из JSON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Реализованы CLI и веб-песочница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Разработка и доработки выполнены с помощью Codex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440680"/>
            <a:ext cx="110642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65099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3A8A"/>
                </a:solidFill>
              </a:rPr>
              <a:t>Комментарий: Проект перерос формат только CLI и сейчас включает два сценария: автоматизированный через консоль и интерактивный через браузер.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C7E"/>
                </a:solidFill>
              </a:rPr>
              <a:t>Handlebars CLI + Web Sandbox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Постановка задачи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Исходно требовался CLI: --template, --context, --out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Обязательны обработка ошибок и тестируемость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Дополнительно добавлена песочница для ручной проверки шаблонов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440680"/>
            <a:ext cx="110642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65099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3A8A"/>
                </a:solidFill>
              </a:rPr>
              <a:t>Комментарий: Базовое задание было про CLI, но для удобства демонстрации добавлена веб-форма, отправляющая шаблон и JSON на бэкенд.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C7E"/>
                </a:solidFill>
              </a:rPr>
              <a:t>Handlebars CLI + Web Sandbox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Архитектура решения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bin/hbs-runner.js — входная точка CLI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src/renderer.js — общая логика рендера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src/server.js — HTTP-сервер и API /api/render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public/index.html + public/app.jsx — React UI песочницы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440680"/>
            <a:ext cx="110642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65099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3A8A"/>
                </a:solidFill>
              </a:rPr>
              <a:t>Комментарий: Логика рендера не дублируется: единая функция используется и CLI, и веб-сервером.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C7E"/>
                </a:solidFill>
              </a:rPr>
              <a:t>Handlebars CLI + Web Sandbox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Пользовательские сценарии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CLI: пакетный рендер в stdout или файл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Web: ввод шаблона и JSON, отправка на бэкенд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Единая модель ошибок: сообщения CLI и поле error в API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440680"/>
            <a:ext cx="110642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65099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3A8A"/>
                </a:solidFill>
              </a:rPr>
              <a:t>Комментарий: Инструмент покрывает и автоматизацию, и интерактивную отладку шаблонов.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C7E"/>
                </a:solidFill>
              </a:rPr>
              <a:t>Handlebars CLI + Web Sandbox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Тестирование и корректность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Покрыты простой рендер, вложенные поля, each, ошибка JSON и запись в файл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npm test: 5 тестов из 5 успешны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Рендер выполняется с strict: true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440680"/>
            <a:ext cx="110642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65099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3A8A"/>
                </a:solidFill>
              </a:rPr>
              <a:t>Комментарий: Проект проверяется и автоматически через Vitest, и вручную через веб-песочницу.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C7E"/>
                </a:solidFill>
              </a:rPr>
              <a:t>Handlebars CLI + Web Sandbox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Методика работы с Codex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Требования формулировались итеративно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Сначала реализованы CLI-контур и тесты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Затем добавлены сервер и UI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Документация синхронизирована с кодом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440680"/>
            <a:ext cx="110642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65099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3A8A"/>
                </a:solidFill>
              </a:rPr>
              <a:t>Комментарий: Каждая итерация сопровождалась проверкой и обновлением проектных артефактов.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C7E"/>
                </a:solidFill>
              </a:rPr>
              <a:t>Handlebars CLI + Web Sandbox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Ограничения и развитие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React-фронтенд использует Babel в браузере (учебный режим)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Возможна миграция на Vite для production-подхода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Возможны расширения API: helpers, partials, e2e-тесты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440680"/>
            <a:ext cx="110642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65099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3A8A"/>
                </a:solidFill>
              </a:rPr>
              <a:t>Комментарий: Проект завершен в учебных рамках, но имеет понятную траекторию развития.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C7E"/>
                </a:solidFill>
              </a:rPr>
              <a:t>Handlebars CLI + Web Sandbox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Вывод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Получен рабочий и проверяемый проект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Codex ускорил разработку кода, тестов и документации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Качество обеспечено итерациями и обязательной верификацией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440680"/>
            <a:ext cx="110642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65099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3A8A"/>
                </a:solidFill>
              </a:rPr>
              <a:t>Комментарий: Codex эффективен при четкой постановке задачи, регулярной проверке и дисциплине обновления документации.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ITMO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Handlebars CLI + Web Sandbox и подход с Codex</dc:title>
  <dc:subject>Handlebars CLI + Web Sandbox</dc:subject>
  <dc:creator>ITMO project</dc:creator>
  <cp:lastModifiedBy>ITMO project</cp:lastModifiedBy>
  <cp:revision>1</cp:revision>
  <dcterms:created xsi:type="dcterms:W3CDTF">2026-05-25T18:16:32Z</dcterms:created>
  <dcterms:modified xsi:type="dcterms:W3CDTF">2026-05-25T18:16:32Z</dcterms:modified>
</cp:coreProperties>
</file>